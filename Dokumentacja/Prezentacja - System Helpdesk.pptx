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TC Avant Garde Gothic" charset="1" panose="020B0502020202020204"/>
      <p:regular r:id="rId17"/>
    </p:embeddedFont>
    <p:embeddedFont>
      <p:font typeface="TT Fors" charset="1" panose="020B0003030001020000"/>
      <p:regular r:id="rId18"/>
    </p:embeddedFont>
    <p:embeddedFont>
      <p:font typeface="TT Fors Bold" charset="1" panose="020B000303000102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2416174"/>
            <a:chOff x="0" y="0"/>
            <a:chExt cx="13017500" cy="32215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203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Helpdesk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A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479164"/>
            <a:chOff x="0" y="0"/>
            <a:chExt cx="9182100" cy="463888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2877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725"/>
                </a:lnSpc>
                <a:spcBef>
                  <a:spcPct val="0"/>
                </a:spcBef>
              </a:pPr>
              <a:r>
                <a:rPr lang="en-US" sz="7725" spc="-231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Wprowadzenie do systemu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76811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Kluczowe funkcje wspierające zarządzanie zgłoszeniami IT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System Helpdesk zapewnia </a:t>
              </a:r>
              <a:r>
                <a:rPr lang="en-US" b="true" sz="2100">
                  <a:solidFill>
                    <a:srgbClr val="D0E1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centralne miejsce</a:t>
              </a: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 do zarządzania wszystkimi zgłoszeniami IT, co ułatwia ich śledzenie i obsługę.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Centralizacja obsługi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Automatyzacja w systemie przyspiesza </a:t>
              </a:r>
              <a:r>
                <a:rPr lang="en-US" b="true" sz="2100">
                  <a:solidFill>
                    <a:srgbClr val="D0E1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rozwiązanie zgłoszeń</a:t>
              </a: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, eliminując ręczne działania i minimalizując błędy ludzkie.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Automatyzacja procesów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Implementowane mechanizmy </a:t>
              </a:r>
              <a:r>
                <a:rPr lang="en-US" b="true" sz="2100">
                  <a:solidFill>
                    <a:srgbClr val="D0E1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ochrony danych</a:t>
              </a: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 zapewniają poufność informacji oraz bezpieczeństwo użytkowników korzystających z systemu Helpdesk.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Bezpieczeństwo danych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Role Użytkowników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Opis funkcji i uprawnień w systemie Helpdesk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Administrator ma pełny dostęp do systemu, zarządza użytkownikami oraz analizuje statystyki i logi aktywności w systemie.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Administrator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Super Agent przypisuje i zamyka zgłoszenia, zarządza organizacjami oraz monitoruje postępy w procesie obsługi zgłoszeń.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Super Agent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Agent obsługuje zgłoszenia, dodaje komentarze oraz podejmuje działania mające na celu rozwiązanie problemu zgłoszonego przez klienta.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Agent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2327910"/>
            <a:chOff x="0" y="0"/>
            <a:chExt cx="9182100" cy="31038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Klient ma możliwość </a:t>
              </a:r>
              <a:r>
                <a:rPr lang="en-US" b="true" sz="2100">
                  <a:solidFill>
                    <a:srgbClr val="D0E1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tworzenia i śledzenia</a:t>
              </a: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 zgłoszeń, co pozwala na łatwe monitorowanie postępu rozwiązywania problemów oraz potwierdzanie ich rozwiązań, co zwiększa satysfakcję.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Klient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5143500"/>
            <a:ext cx="6886575" cy="2327910"/>
            <a:chOff x="0" y="0"/>
            <a:chExt cx="9182100" cy="31038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Użytkownik typu Viewer ma dostęp do </a:t>
              </a:r>
              <a:r>
                <a:rPr lang="en-US" b="true" sz="2100">
                  <a:solidFill>
                    <a:srgbClr val="D0E1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przeglądania zgłoszeń</a:t>
              </a: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 bez możliwości ich edytowania, co umożliwia obserwację statusów zgłoszeń i działań bez ingerencji w proces obsługi.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Viewer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Role Użytkowników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Opis funkcji Klienta oraz Użytkownika Viewer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A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3442335"/>
            <a:chOff x="0" y="0"/>
            <a:chExt cx="5346700" cy="45897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Użytkownik zaczyna od logowania do systemu, a następnie wypełnia formularz zgłoszenia, gdzie podaje tytuł, opis oraz kategorię problemu. Przesyła także załączniki, jeśli są potrzebne.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Logowanie i Formularz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899535"/>
            <a:chOff x="0" y="0"/>
            <a:chExt cx="5346700" cy="51993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653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System automatycznie sugeruje odpowiednie kategorie na podstawie treści zgłoszenia, co ułatwia klientowi wybór i przyspiesza proces obsługi. Usprawnia to zarządzanie zgłoszeniami.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Automatyczne Sugerowanie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442335"/>
            <a:chOff x="0" y="0"/>
            <a:chExt cx="5346700" cy="45897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Użytkownicy otrzymują automatyczne powiadomienia email o statusie zgłoszenia oraz zmianach. To zapewnia bieżącą informację o postępach i angażuje klientów w proces rozwiązywania problemów.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Powiadomienia Email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Proces Tworzenia Zgłoszeń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5814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 strike="noStrike" u="none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Kluczowe kroki zgłaszania problemów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552950"/>
            <a:chOff x="0" y="0"/>
            <a:chExt cx="9182100" cy="6070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Proces Obsługi Zgłoszeń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085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Jak skutecznie zarządzać zgłoszeniami IT w systemie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562100"/>
            <a:ext cx="6886575" cy="1956435"/>
            <a:chOff x="0" y="0"/>
            <a:chExt cx="9182100" cy="2608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Po otrzymaniu zgłoszenia, agent przypisuje je do siebie, co umożliwia skuteczne zarządzanie oraz szybkie podjęcie działań.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Przypisanie Zgłoszenia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4248150"/>
            <a:ext cx="6886575" cy="1956435"/>
            <a:chOff x="0" y="0"/>
            <a:chExt cx="9182100" cy="26085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Agent może dodawać komentarze do zgłoszenia, co ułatwia komunikację z klientem i śledzenie postępów w rozwiązaniu problemu.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Dodanie Komentarza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Po zakończeniu działań, agent oznacza zgłoszenie jako rozwiązane, co informuje klienta o finalizacji procesu obsługi i aktualizacji statusu.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Oznaczenie Jako Rozwiązane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690165"/>
            <a:chOff x="0" y="0"/>
            <a:chExt cx="11099800" cy="89202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43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Automatyzacje w systemie Helpdesk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555865"/>
              <a:ext cx="110998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Procesy, które ułatwiają zarządzanie zgłoszeniami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97204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System Helpdesk automatyzuje kluczowe procesy, takie jak </a:t>
              </a:r>
              <a:r>
                <a:rPr lang="en-US" b="true" sz="2100" strike="noStrike" u="none">
                  <a:solidFill>
                    <a:srgbClr val="D0E1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automatyczna zmiana statusu</a:t>
              </a:r>
              <a:r>
                <a:rPr lang="en-US" sz="2100" strike="noStrike" u="none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 zgłoszeń, auto-zamknięcie po braku odpowiedzi i powiadomienia do klientów, co znacząco zwiększa efektywność obsługi.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A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5042508"/>
            <a:chOff x="0" y="0"/>
            <a:chExt cx="14935200" cy="67233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Komunikacja i Powiadomienia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75164"/>
              <a:ext cx="110998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System Helpdesk umożliwia asynchroniczną komunikację między użytkownikami. Użytkownicy mogą dostosować powiadomienia o nowościach, przypisaniach i zmianach statusu, co zwiększa efektywność i komfort pracy.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Rodzaje i Ustawienia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6886575" cy="3813810"/>
            <a:chOff x="0" y="0"/>
            <a:chExt cx="9182100" cy="5085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91821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Dashboard systemu Helpdesk dostarcza </a:t>
              </a:r>
              <a:r>
                <a:rPr lang="en-US" b="true" sz="2100">
                  <a:solidFill>
                    <a:srgbClr val="D0E1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kluczowe informacje</a:t>
              </a: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 na temat liczby zgłoszeń, średniego czasu obsługi oraz rozkładu zgłoszeń według kategorii i priorytetów. Umożliwia to administratorom efektywne monitorowanie wydajności i identyfikowanie obszarów, które wymagają poprawy. Taki wgląd jest niezbędny do podejmowania świadomych decyzji w zakresie zarządzania.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Dashboard z statystykami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5143500"/>
            <a:ext cx="6886575" cy="3442335"/>
            <a:chOff x="0" y="0"/>
            <a:chExt cx="9182100" cy="4589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3434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System rejestruje szczegółowe logi aktywności użytkowników, w tym adresy IP, historię zmian oraz czas logowania. Te informacje są niezwykle ważne dla zapewnienia bezpieczeństwa i audytu działań w systemie. Administratorzy mogą wykorzystać te dane do identyfikacji nieautoryzowanych działań oraz do monitorowania ogólnego wykorzystania systemu.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Logi aktywności użytkowników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Zarządzanie systemem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Statystyki i logi użytkowników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2327910"/>
            <a:chOff x="0" y="0"/>
            <a:chExt cx="9182100" cy="31038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Uwierzytelnianie dwuskładnikowe (2FA) zwiększa bezpieczeństwo, wymagając podania dodatkowego kodu weryfikacyjnego, co uniemożliwia dostęp nawet przy znajomości hasła, chroniąc dane użytkowników.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Uwierzytelnianie 2FA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5143500"/>
            <a:ext cx="6886575" cy="2327910"/>
            <a:chOff x="0" y="0"/>
            <a:chExt cx="9182100" cy="31038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D0E1FF"/>
                  </a:solidFill>
                  <a:latin typeface="TT Fors"/>
                  <a:ea typeface="TT Fors"/>
                  <a:cs typeface="TT Fors"/>
                  <a:sym typeface="TT Fors"/>
                </a:rPr>
                <a:t>Funkcje zarządzania użytkownikami obejmują zatwierdzanie kont oraz nadawanie uprawnień, co pozwala na kontrolowanie dostępu do systemu i zapewnienie odpowiednich zabezpieczeń.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Zarządzanie Użytkownikami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2440939"/>
            <a:chOff x="0" y="0"/>
            <a:chExt cx="9182100" cy="32545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1493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50"/>
                </a:lnSpc>
                <a:spcBef>
                  <a:spcPct val="0"/>
                </a:spcBef>
              </a:pPr>
              <a:r>
                <a:rPr lang="en-US" sz="7350" spc="-22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Bezpieczeństwo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892511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Kluczowe mechanizmy ochrony danych i użytkowników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A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657600"/>
            <a:chOff x="0" y="0"/>
            <a:chExt cx="11099800" cy="4876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A3C4F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Czy są jakieś pytania?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68284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E1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Dziękujemy za uwagę i zapraszamy do dyskusji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Prezentacja - System Helpdesk</dc:description>
  <dc:identifier>DAG7sfElztQ</dc:identifier>
  <dcterms:modified xsi:type="dcterms:W3CDTF">2011-08-01T06:04:30Z</dcterms:modified>
  <cp:revision>1</cp:revision>
  <dc:title>Prezentacja - System Helpdesk</dc:title>
</cp:coreProperties>
</file>